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01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5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tringfestdata.gumroad.com/l/mxlais?layout=profil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Modern Excel Demo Day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America 250 Edition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1645920" cy="73152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220 years of U.S. census data into insights with modern Excel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Mount  •  Friday, June 26, 2026  •  12:00–12:45 PM EDT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help Excel users move from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fragile spreadsheets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confident, scalable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Mount — founder, Stringfest Analytics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• Trainer • Microsoft MVP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we're building today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messy 2-page PDF  →  a refreshable model  →  a chart Excel can't natively draw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2468880"/>
            <a:ext cx="221284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2212848" cy="164592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38912" y="388620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Query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4480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PDF, combine pages, unpivot decades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24328" y="2468880"/>
            <a:ext cx="221284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24328" y="2468880"/>
            <a:ext cx="2212848" cy="164592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278892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2788920" y="388620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on M Code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4480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prompt to clean up auto-generated 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74336" y="2468880"/>
            <a:ext cx="221284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74336" y="2468880"/>
            <a:ext cx="2212848" cy="164592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65776" y="278892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5138928" y="388620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 + Pivot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38928" y="4480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Census regions, build pivot + slicer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24344" y="2468880"/>
            <a:ext cx="221284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24344" y="2468880"/>
            <a:ext cx="2212848" cy="164592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15784" y="278892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7488936" y="388620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in Excel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88936" y="4480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PY cell, one chart Excel can't draw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74352" y="2468880"/>
            <a:ext cx="221284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74352" y="2468880"/>
            <a:ext cx="2212848" cy="164592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65792" y="278892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6400" dirty="0"/>
          </a:p>
        </p:txBody>
      </p:sp>
      <p:sp>
        <p:nvSpPr>
          <p:cNvPr id="28" name="Text 26"/>
          <p:cNvSpPr/>
          <p:nvPr/>
        </p:nvSpPr>
        <p:spPr>
          <a:xfrm>
            <a:off x="9838944" y="388620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Refresh &amp; reuse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38944" y="4480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data updates flow through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bother with all this?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49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0707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old way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Copy/paste from the PDF every time data updates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cleanup of "---" cells, footers, totals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Wide-format tables that break pivots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limited to what's in the ribbon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Workbooks that break when anything changes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2103120"/>
            <a:ext cx="4800600" cy="3520440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modern way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278892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→ Power Query, refresh in one click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 steps recorded once and replayed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Long-format fact + dim tables, ready for analysis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in Excel for charts beyond the ribbon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a sidekick, not a replacement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Want the recording?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every other Modern Excel session I've ever recorded.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8580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2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6858000" cy="201168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Modern Excel + AI Subscription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6309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5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week </a:t>
            </a:r>
            <a:r>
              <a:rPr lang="en-US" sz="15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— try it out, see what's inside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5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5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of today's session </a:t>
            </a:r>
            <a:r>
              <a:rPr lang="en-US" sz="15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full back catalog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5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files, templates, prompt libraries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80960" y="2606040"/>
            <a:ext cx="3246120" cy="3520440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0" y="2834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Subscribe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86384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week free.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anytime.</a:t>
            </a:r>
            <a:endParaRPr lang="en-US" sz="1400" dirty="0"/>
          </a:p>
        </p:txBody>
      </p:sp>
      <p:sp>
        <p:nvSpPr>
          <p:cNvPr id="13" name="Text 11">
            <a:hlinkClick r:id="rId3" tooltip="Subscribe"/>
          </p:cNvPr>
          <p:cNvSpPr/>
          <p:nvPr/>
        </p:nvSpPr>
        <p:spPr>
          <a:xfrm>
            <a:off x="7863840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u="sng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tooltip="Subscrib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stringfestdata.gumroad.com</a:t>
            </a:r>
            <a:endParaRPr lang="en-US" sz="1200" dirty="0"/>
          </a:p>
        </p:txBody>
      </p:sp>
      <p:sp>
        <p:nvSpPr>
          <p:cNvPr id="14" name="Text 12">
            <a:hlinkClick r:id="rId3"/>
          </p:cNvPr>
          <p:cNvSpPr/>
          <p:nvPr/>
        </p:nvSpPr>
        <p:spPr>
          <a:xfrm>
            <a:off x="7863840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u="sng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/l/mxlais</a:t>
            </a:r>
            <a:endParaRPr lang="en-US" sz="1200" dirty="0"/>
          </a:p>
        </p:txBody>
      </p:sp>
      <p:sp>
        <p:nvSpPr>
          <p:cNvPr id="15" name="Text 13">
            <a:hlinkClick r:id="rId3"/>
          </p:cNvPr>
          <p:cNvSpPr/>
          <p:nvPr/>
        </p:nvSpPr>
        <p:spPr>
          <a:xfrm>
            <a:off x="7863840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 click this panel to subscribe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this workflow into your team.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advisory, and custom workflows for organizations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want to move beyond fragile spreadsheets.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stringfestanalytics.com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george@stringfestanalytics.com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</Words>
  <Application>Microsoft Office PowerPoint</Application>
  <PresentationFormat>Widescreen</PresentationFormat>
  <Paragraphs>71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Stringfest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Excel Demo Day — America 250 Edition</dc:title>
  <dc:subject>PptxGenJS Presentation</dc:subject>
  <dc:creator>Stringfest Analytics</dc:creator>
  <cp:lastModifiedBy>George Mount</cp:lastModifiedBy>
  <cp:revision>2</cp:revision>
  <dcterms:created xsi:type="dcterms:W3CDTF">2026-06-01T17:45:12Z</dcterms:created>
  <dcterms:modified xsi:type="dcterms:W3CDTF">2026-06-15T19:46:56Z</dcterms:modified>
</cp:coreProperties>
</file>