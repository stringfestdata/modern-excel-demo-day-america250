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stringfestdata.gumroad.com/l/mxlais?layout=profile" TargetMode="External"/><Relationship Id="rId2" Type="http://schemas.openxmlformats.org/officeDocument/2006/relationships/hyperlink" Target="https://stringfestdata.gumroad.com/l/mxlais?layout=profile" TargetMode="External"/><Relationship Id="rId3" Type="http://schemas.openxmlformats.org/officeDocument/2006/relationships/hyperlink" Target="https://stringfestdata.gumroad.com/l/mxlais?layout=profil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 Excel Demo Day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America 250 Edition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1645920" cy="7315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220 years of U.S. census data into insights with modern Excel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Mount  •  Friday, June 26, 2026  •  12:00–12:45 PM EDT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018520" y="5715000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18520" y="5843016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18520" y="5971032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 help Excel users move from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fragile spreadsheets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confident, scalable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Mount — founder, Stringfest Analytics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• Trainer • Microsoft MVP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018520" y="5715000"/>
            <a:ext cx="960120" cy="502920"/>
          </a:xfrm>
          <a:prstGeom prst="triangle">
            <a:avLst/>
          </a:prstGeom>
          <a:solidFill>
            <a:srgbClr val="FFFFF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18520" y="5843016"/>
            <a:ext cx="960120" cy="502920"/>
          </a:xfrm>
          <a:prstGeom prst="triangle">
            <a:avLst/>
          </a:prstGeom>
          <a:solidFill>
            <a:srgbClr val="FFFFF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18520" y="5971032"/>
            <a:ext cx="960120" cy="502920"/>
          </a:xfrm>
          <a:prstGeom prst="triangle">
            <a:avLst/>
          </a:prstGeom>
          <a:solidFill>
            <a:srgbClr val="FFFFF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building today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messy 2-page PDF  →  a refreshable model  →  a chart Excel can't natively draw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2468880"/>
            <a:ext cx="221284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2468880"/>
            <a:ext cx="2212848" cy="16459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8892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38912" y="388620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Query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38912" y="4480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the PDF, combine pages, unpivot decades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24328" y="2468880"/>
            <a:ext cx="221284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24328" y="2468880"/>
            <a:ext cx="2212848" cy="16459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78892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2788920" y="388620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on M Code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88920" y="4480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prompt to clean up auto-generated 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74336" y="2468880"/>
            <a:ext cx="221284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2468880"/>
            <a:ext cx="2212848" cy="16459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5776" y="278892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5138928" y="388620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 + Pivot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38928" y="4480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Census regions, build pivot + slicer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24344" y="2468880"/>
            <a:ext cx="221284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24344" y="2468880"/>
            <a:ext cx="2212848" cy="16459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15784" y="278892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7488936" y="388620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in Excel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88936" y="4480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PY cell, one chart Excel can't draw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74352" y="2468880"/>
            <a:ext cx="221284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74352" y="2468880"/>
            <a:ext cx="2212848" cy="164592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65792" y="278892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6400" dirty="0"/>
          </a:p>
        </p:txBody>
      </p:sp>
      <p:sp>
        <p:nvSpPr>
          <p:cNvPr id="28" name="Text 26"/>
          <p:cNvSpPr/>
          <p:nvPr/>
        </p:nvSpPr>
        <p:spPr>
          <a:xfrm>
            <a:off x="9838944" y="388620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Refresh &amp; reuse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38944" y="4480560"/>
            <a:ext cx="1938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data updates flow through automatically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018520" y="5715000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18520" y="5843016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018520" y="5971032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bother with all this?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0707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old way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Copy/paste from the PDF every time data updates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cleanup of "---" cells, footers, totals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Wide-format tables that break pivots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limited to what's in the ribbon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Workbooks that break when anything changes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2103120"/>
            <a:ext cx="4800600" cy="3520440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modern way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7889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→ Power Query, refresh in one click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steps recorded once and replayed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Long-format fact + dim tables, ready for analysis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 Excel for charts beyond the ribbon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a sidekick, not a replacement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018520" y="5715000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18520" y="5843016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18520" y="5971032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220 years of America in one chart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population rank, every decade — a chart Excel can't natively draw, built in one Python in Excel cell.</a:t>
            </a:r>
            <a:endParaRPr lang="en-US" sz="1400" dirty="0"/>
          </a:p>
        </p:txBody>
      </p:sp>
      <p:pic>
        <p:nvPicPr>
          <p:cNvPr id="5" name="Image 0" descr="/sessions/cool-friendly-heisenberg/mnt/outputs/bump_chart_p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057400"/>
            <a:ext cx="1024128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018520" y="5715000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018520" y="5843016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018520" y="5971032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C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F33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Want the recording?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 other Modern Excel session I've ever recorded.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8580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606040"/>
            <a:ext cx="6858000" cy="201168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260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Modern Excel + AI Subscription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6309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week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— try it out, see what's inside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of today's session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full back catalog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F3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files, templates, prompt libraries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0" y="2606040"/>
            <a:ext cx="3246120" cy="3520440"/>
          </a:xfrm>
          <a:prstGeom prst="rect">
            <a:avLst/>
          </a:prstGeom>
          <a:solidFill>
            <a:srgbClr val="CF3338"/>
          </a:solidFill>
          <a:ln w="12700">
            <a:solidFill>
              <a:srgbClr val="CF33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Subscribe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863840" y="3383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week free.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 anytime.</a:t>
            </a:r>
            <a:endParaRPr lang="en-US" sz="1400" dirty="0"/>
          </a:p>
        </p:txBody>
      </p:sp>
      <p:sp>
        <p:nvSpPr>
          <p:cNvPr id="13" name="Text 11">
            <a:hlinkClick r:id="rId1" tooltip="Subscribe"/>
          </p:cNvPr>
          <p:cNvSpPr/>
          <p:nvPr/>
        </p:nvSpPr>
        <p:spPr>
          <a:xfrm>
            <a:off x="7863840" y="4617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1" invalidUrl="" action="" tgtFrame="" tooltip="Subscrib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stringfestdata.gumroad.com</a:t>
            </a:r>
            <a:endParaRPr lang="en-US" sz="1200" dirty="0"/>
          </a:p>
        </p:txBody>
      </p:sp>
      <p:sp>
        <p:nvSpPr>
          <p:cNvPr id="14" name="Text 12">
            <a:hlinkClick r:id="rId2" tooltip=""/>
          </p:cNvPr>
          <p:cNvSpPr/>
          <p:nvPr/>
        </p:nvSpPr>
        <p:spPr>
          <a:xfrm>
            <a:off x="7863840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/l/mxlais</a:t>
            </a:r>
            <a:endParaRPr lang="en-US" sz="1200" dirty="0"/>
          </a:p>
        </p:txBody>
      </p:sp>
      <p:sp>
        <p:nvSpPr>
          <p:cNvPr id="15" name="Text 13">
            <a:hlinkClick r:id="rId3" tooltip=""/>
          </p:cNvPr>
          <p:cNvSpPr/>
          <p:nvPr/>
        </p:nvSpPr>
        <p:spPr>
          <a:xfrm>
            <a:off x="7863840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→  click this panel to subscribe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018520" y="5715000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18520" y="5843016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18520" y="5971032"/>
            <a:ext cx="960120" cy="502920"/>
          </a:xfrm>
          <a:prstGeom prst="triangle">
            <a:avLst/>
          </a:prstGeom>
          <a:solidFill>
            <a:srgbClr val="CF3338">
              <a:alpha val="0"/>
            </a:srgbClr>
          </a:solidFill>
          <a:ln w="31750">
            <a:solidFill>
              <a:srgbClr val="CF333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 ANALYTICS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this workflow into your team.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advisory, and custom workflows for organizations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want to move beyond fragile spreadsheets.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029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stringfestanalytics.com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george@stringfestanalytics.com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018520" y="5715000"/>
            <a:ext cx="960120" cy="502920"/>
          </a:xfrm>
          <a:prstGeom prst="triangle">
            <a:avLst/>
          </a:prstGeom>
          <a:solidFill>
            <a:srgbClr val="FFFFF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18520" y="5843016"/>
            <a:ext cx="960120" cy="502920"/>
          </a:xfrm>
          <a:prstGeom prst="triangle">
            <a:avLst/>
          </a:prstGeom>
          <a:solidFill>
            <a:srgbClr val="FFFFF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18520" y="5971032"/>
            <a:ext cx="960120" cy="502920"/>
          </a:xfrm>
          <a:prstGeom prst="triangle">
            <a:avLst/>
          </a:prstGeom>
          <a:solidFill>
            <a:srgbClr val="FFFFFF">
              <a:alpha val="0"/>
            </a:srgbClr>
          </a:solidFill>
          <a:ln w="317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Stringfest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Excel Demo Day — America 250 Edition</dc:title>
  <dc:subject>PptxGenJS Presentation</dc:subject>
  <dc:creator>Stringfest Analytics</dc:creator>
  <cp:lastModifiedBy>Stringfest Analytics</cp:lastModifiedBy>
  <cp:revision>1</cp:revision>
  <dcterms:created xsi:type="dcterms:W3CDTF">2026-06-01T17:45:12Z</dcterms:created>
  <dcterms:modified xsi:type="dcterms:W3CDTF">2026-06-01T17:45:12Z</dcterms:modified>
</cp:coreProperties>
</file>